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32588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spc="100" kern="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YEGOZ</a:t>
            </a:r>
            <a:pPr indent="0" marL="0">
              <a:buNone/>
            </a:pPr>
            <a:r>
              <a:rPr lang="en-US" sz="8200" b="1" spc="100" kern="0" dirty="0">
                <a:solidFill>
                  <a:srgbClr val="BF0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</a:t>
            </a:r>
            <a:pPr indent="0" marL="0">
              <a:buNone/>
            </a:pPr>
            <a:r>
              <a:rPr lang="en-US" sz="3000" spc="100" kern="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.™</a:t>
            </a:r>
            <a:endParaRPr lang="en-US" sz="8200" dirty="0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Startups. Six Frontiers. One Vision.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Kiprop Yego  ·  Founder &amp; Visionary</a:t>
            </a:r>
            <a:pPr indent="0" marL="0">
              <a:buNone/>
            </a:pPr>
            <a:r>
              <a:rPr lang="en-US" sz="900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pPr indent="0" marL="0">
              <a:buNone/>
            </a:pPr>
            <a:r>
              <a:rPr lang="en-US" sz="9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Nairobi, Kenya  ·  2026</a:t>
            </a:r>
            <a:pPr indent="0" marL="0">
              <a:buNone/>
            </a:pPr>
            <a:r>
              <a:rPr lang="en-US" sz="900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pPr indent="0" marL="0">
              <a:buNone/>
            </a:pPr>
            <a:r>
              <a:rPr lang="en-US" sz="900" spc="100" kern="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— NOT FOR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Most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Consequential Frontiers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No African Voice.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3474720"/>
            <a:ext cx="2697480" cy="1371600"/>
          </a:xfrm>
          <a:prstGeom prst="rect">
            <a:avLst/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93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Silicon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AI chip — Nvidia, Google TPU, Microsoft Maia — was designed in the West or Asia. Africa has zero presence in the $150B AI semiconductor market.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3474720"/>
            <a:ext cx="2697480" cy="1371600"/>
          </a:xfrm>
          <a:prstGeom prst="rect">
            <a:avLst/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3474720"/>
            <a:ext cx="2697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593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Computing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38862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computing race is a contest between US, China, and Europe. Africa has no research institution, no hardware, no published theory — until now.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3474720"/>
            <a:ext cx="2697480" cy="1371600"/>
          </a:xfrm>
          <a:prstGeom prst="rect">
            <a:avLst/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3474720"/>
            <a:ext cx="2697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593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Biotech &amp; Film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8862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carries 25% of the global disease burden but receives &lt;2% of biotech R&amp;D. Meanwhile African stories are told by outsiders on platforms that extract, not invest.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YEGOZCORP.™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223760" y="749808"/>
            <a:ext cx="1371600" cy="82296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822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.™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Nairobi-founded holding company and IP entity for six deep-tech and creative startups spanning the most consequential sectors of the 21st century — all owned, built, and led by Kiprop Yego.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269748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0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theoretical paper on quantum computing. Patents pending. Zero third-party IP dependencies.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926080"/>
            <a:ext cx="269748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0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Verticals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840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silicon, quantum computing, biotech, film, media, and culture — all under one holding entity.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2926080"/>
            <a:ext cx="269748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0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African First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3840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African-founded holding company of this scope. A first-mover advantage across every sector.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IP — ASISIANQUANTUM.TM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Heptron: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298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Z7 Parafermionic Qudit Device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Order Quantum Capacitance — Kiprop Yego, March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2240280"/>
            <a:ext cx="3931920" cy="822960"/>
          </a:xfrm>
          <a:prstGeom prst="rect">
            <a:avLst/>
          </a:prstGeom>
          <a:solidFill>
            <a:srgbClr val="1A0A3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042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C(7)Q = 4e² / 49 k_B 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3127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 — Higher-Order Quantum Capacitance at degeneracy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2240280"/>
            <a:ext cx="4251960" cy="621792"/>
          </a:xfrm>
          <a:prstGeom prst="rect">
            <a:avLst/>
          </a:prstGeom>
          <a:solidFill>
            <a:srgbClr val="0F0520"/>
          </a:solidFill>
          <a:ln w="12700">
            <a:solidFill>
              <a:srgbClr val="2A1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2.807 ebits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5511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per measurement vs 1 ebit (qubit)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2953512"/>
            <a:ext cx="4251960" cy="621792"/>
          </a:xfrm>
          <a:prstGeom prst="rect">
            <a:avLst/>
          </a:prstGeom>
          <a:solidFill>
            <a:srgbClr val="0F0520"/>
          </a:solidFill>
          <a:ln w="12700">
            <a:solidFill>
              <a:srgbClr val="2A1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3264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magic-state distillation overhead vs qubit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3666744"/>
            <a:ext cx="4251960" cy="621792"/>
          </a:xfrm>
          <a:prstGeom prst="rect">
            <a:avLst/>
          </a:prstGeom>
          <a:solidFill>
            <a:srgbClr val="0F0520"/>
          </a:solidFill>
          <a:ln w="12700">
            <a:solidFill>
              <a:srgbClr val="2A1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712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log₂7 ≈ 2.807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977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qubits per physical heptron device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4379976"/>
            <a:ext cx="4251960" cy="621792"/>
          </a:xfrm>
          <a:prstGeom prst="rect">
            <a:avLst/>
          </a:prstGeom>
          <a:solidFill>
            <a:srgbClr val="0F0520"/>
          </a:solidFill>
          <a:ln w="12700">
            <a:solidFill>
              <a:srgbClr val="2A1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425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10.9%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9160" y="4690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threshold (vs 10.3% for qubit surface code)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is currently being prepared for arXiv submission (quant-ph) and provisional patent filing.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Startups. Six Frontiers.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788920" cy="169164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89888"/>
            <a:ext cx="2788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91640" y="15361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$150B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ChipDeepSanaa.TM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Hardware &amp; Silicon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accelerator chiplets, SoC, and multi-die architectures. Africa's first AI silicon startup.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64408" y="1389888"/>
            <a:ext cx="2788920" cy="169164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389888"/>
            <a:ext cx="2788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36008" y="15361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$450B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01568" y="1792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ASISIANQUANTUM.TM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01568" y="2322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 parafermionic qudit architecture. Original published theory. Patent-pending heptron device.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08776" y="1389888"/>
            <a:ext cx="2788920" cy="169164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389888"/>
            <a:ext cx="278892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80376" y="15361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$2.5T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45936" y="1792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YEGOBIO.TM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5936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Biotechnology &amp; Genomics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45936" y="2322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drug discovery targeting African disease burden. CRISPR therapeutics. Gene editing platforms.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218688"/>
            <a:ext cx="2788920" cy="169164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218688"/>
            <a:ext cx="27889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91640" y="3364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$2.3T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36210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asaiSTUDIOZ.TM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Media &amp; Content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1513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Full-spectrum African creative studio. Feature films, documentaries, branded content, XR.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4408" y="3218688"/>
            <a:ext cx="2788920" cy="169164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4408" y="3218688"/>
            <a:ext cx="2788920" cy="6400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36008" y="3364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$800B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01568" y="36210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YEGOZMEDIA.TM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01568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&amp; Distribution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01568" y="41513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streaming, creator economy platform, AI localisation into 40 African languages.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08776" y="3218688"/>
            <a:ext cx="2788920" cy="169164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08776" y="3218688"/>
            <a:ext cx="278892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5936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80376" y="3364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$500B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45936" y="36210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PotGodz.TM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45936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Brand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45936" y="41513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streetwear and objects brand. Limited drops. Tech x culture at the intersection.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Addressable Markets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05740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20574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19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$450B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508760"/>
            <a:ext cx="205740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508760"/>
            <a:ext cx="2057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719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51760" y="24505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Semiconductor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2024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205740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508760"/>
            <a:ext cx="205740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19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$2.5T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24505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Biotech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2030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508760"/>
            <a:ext cx="205740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508760"/>
            <a:ext cx="2057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719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$2.3T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40880" y="24505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Media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8503920" cy="118872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0965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&gt;$6 Trillion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303520" y="4251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six YEGOZCORP.TM verticals — 2030 projections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Built. Already.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4206240" cy="114300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44752"/>
            <a:ext cx="5486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0" y="1554480"/>
            <a:ext cx="105156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554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84632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7465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Quantum Theory Published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03911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18-page device design monograph: Higher Order Quantum Capacitance. The heptron — a Z7 parafermionic qudit architecture — derived from first principles.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444752"/>
            <a:ext cx="4206240" cy="114300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444752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554480"/>
            <a:ext cx="105156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1554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19472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17465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Corporate Website Live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9472" y="203911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yegozcorp.com — parent site + 6 subsidiary websites with distinct brand identities, all cross-linked. GitHub Pages deployment.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706624"/>
            <a:ext cx="4206240" cy="114300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706624"/>
            <a:ext cx="54864" cy="1143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816352"/>
            <a:ext cx="105156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8163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4632" y="2798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" y="3008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arXiv Submission + Provisional Patent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" y="330098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Order Quantum Capacitance submitted to arXiv (quant-ph). Provisional patent filed on heptron device architecture (USPTO).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706624"/>
            <a:ext cx="4206240" cy="114300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706624"/>
            <a:ext cx="54864" cy="11430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2816352"/>
            <a:ext cx="105156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28163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19472" y="2798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19472" y="3008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YEGOZCORP Kenya Registration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330098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YEGOZCORP as a private limited company via eCitizen Kenya. File trademarks for all 6 subsidiary brands at KEIPO.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968496"/>
            <a:ext cx="4206240" cy="114300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968496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4078224"/>
            <a:ext cx="105156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4632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" y="4270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ChipDeepSanaa.TM: First Chip Architecture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" y="456285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CDS-Axon chiplet architecture specification. Begin foundry partnership conversations.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968496"/>
            <a:ext cx="4206240" cy="114300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968496"/>
            <a:ext cx="54864" cy="1143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4078224"/>
            <a:ext cx="105156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90688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919472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19472" y="4270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19472" y="456285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$500K–$2M seed round from African tech investors, impact funds, and quantum computing angels.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Round: $500K–$2M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Pre-valuation. Convertible note or SAFE instrument.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057400" cy="26517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920240"/>
            <a:ext cx="20574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84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&amp; 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company registration, trademark filings (6 brands), USPTO provisional patent for heptron device.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1920240"/>
            <a:ext cx="2057400" cy="26517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920240"/>
            <a:ext cx="2057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084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6517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ChipDeepSanaa.TM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301752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engineers, EDA software licences, first chiplet architecture specification and foundry conversations.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2057400" cy="26517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920240"/>
            <a:ext cx="20574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84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ASISIANQUANTUM.TM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01752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lab access, conference travel, arXiv / journal submission fees, follow-on research.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1920240"/>
            <a:ext cx="2057400" cy="26517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1920240"/>
            <a:ext cx="205740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084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70408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301752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hosting, legal counsel, accounting, company operations for Year 1.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Kiprop Yego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389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0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&amp; Visionary, YEGOZCORP.TM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539496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74520"/>
            <a:ext cx="54864" cy="123444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55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0D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now on, all Kiprop Yego's IP will be vested solely to YEGOZCORP.TM — every idea, every company, every invention. One house. One legacy.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1874520"/>
            <a:ext cx="2834640" cy="987552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9842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Theory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44768" y="2258568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original theoretical framework for Z7 parafermionic qudit computing — the heptron device.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89320" y="2953512"/>
            <a:ext cx="2834640" cy="987552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30632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Multidisciplinary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333756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semiconductor hardware, quantum physics, biotechnology, film production, and brand strategy.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4032504"/>
            <a:ext cx="2834640" cy="987552"/>
          </a:xfrm>
          <a:prstGeom prst="rect">
            <a:avLst/>
          </a:prstGeom>
          <a:solidFill>
            <a:srgbClr val="F8F7F4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41422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African-Founded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441655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 Nairobi, Kenya. Building Africa's first deep-tech holding company from the ground up.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F0041"/>
          </a:solidFill>
          <a:ln w="12700">
            <a:solidFill>
              <a:srgbClr val="BF00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91440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00" kern="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YEGOZ</a:t>
            </a:r>
            <a:pPr indent="0" marL="0">
              <a:buNone/>
            </a:pPr>
            <a:r>
              <a:rPr lang="en-US" sz="7200" b="1" spc="100" kern="0" dirty="0">
                <a:solidFill>
                  <a:srgbClr val="BF0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CORP.™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320040" y="2176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vision. Six frontiers. All IP.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850392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99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Kiprop Yego — Founder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indent="0" marL="0">
              <a:buNone/>
            </a:pPr>
            <a:r>
              <a:rPr lang="en-US" sz="1150" dirty="0">
                <a:solidFill>
                  <a:srgbClr val="BF0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kigheart.github.io/YEGOZWEB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Nairobi, Kenya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intellectual property vested solely to YEGOZCORP.TM  ·  Confidential — Not for Distribution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YEGOZCORP.TM — Investor Pitch Deck 2026</dc:title>
  <dc:subject>PptxGenJS Presentation</dc:subject>
  <dc:creator>Kiprop Yego</dc:creator>
  <cp:lastModifiedBy>Kiprop Yego</cp:lastModifiedBy>
  <cp:revision>1</cp:revision>
  <dcterms:created xsi:type="dcterms:W3CDTF">2026-03-10T14:25:08Z</dcterms:created>
  <dcterms:modified xsi:type="dcterms:W3CDTF">2026-03-10T14:25:08Z</dcterms:modified>
</cp:coreProperties>
</file>